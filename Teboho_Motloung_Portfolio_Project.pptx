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698480" cy="466344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88720" y="1554480"/>
            <a:ext cx="2926080" cy="365760"/>
          </a:xfrm>
          <a:prstGeom prst="roundRect">
            <a:avLst/>
          </a:prstGeom>
          <a:solidFill>
            <a:srgbClr val="0F2D5A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F8EF7"/>
                </a:solidFill>
                <a:latin typeface="Consolas"/>
              </a:defRPr>
            </a:pPr>
            <a:r>
              <a:t>PROJECT PRESENTATION &amp;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574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Professional AI Portfolio &amp;</a:t>
            </a:r>
          </a:p>
          <a:p>
            <a:pPr>
              <a:defRPr sz="3600" b="1">
                <a:solidFill>
                  <a:srgbClr val="4F8EF7"/>
                </a:solidFill>
                <a:latin typeface="Calibri"/>
              </a:defRPr>
            </a:pPr>
            <a:r>
              <a:t>La Smarts Automation Agency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A Multi-Page Digital Identity, Generative AI Credentials, and Live Agency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Presented by: Teboho Siyabonga Motloung</a:t>
            </a:r>
          </a:p>
          <a:p>
            <a:pPr>
              <a:defRPr sz="1200">
                <a:solidFill>
                  <a:srgbClr val="A855F7"/>
                </a:solidFill>
              </a:defRPr>
            </a:pPr>
            <a:r>
              <a:t>Credentials: Generative AI for Software Engineering (WeThinkCode_, 2026) | Capaciti AI Programme (2026)</a:t>
            </a:r>
          </a:p>
          <a:p>
            <a:pPr>
              <a:defRPr sz="1200">
                <a:solidFill>
                  <a:srgbClr val="34D399"/>
                </a:solidFill>
              </a:defRPr>
            </a:pPr>
            <a:r>
              <a:t>Live Ventures: lasmarts.com | Location: Orlando, Soweto, Johannesburg | Email: Tsmotlung@gmail.com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Digital Portfolio Platform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Modern Multi-Page Web Presence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Built a professional, responsive multi-page web platform.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Integrates personal branding, verified qualifications, curriculum vitae, and interactive contact channels.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Fully mobile-optimized with modern dark-mode aesthetic.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Agency Venture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La Smarts Automation (lasmarts.com)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Founded and built a live AI Automation Agency.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Specializes in intelligent website chatbots, automated WhatsApp CRM flows, and AI voice agents.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Proven business ROI: 3x conversion increase and 70% support cost reduction.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Verified Qualifications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Generative AI &amp; Science Foundations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WeThinkCode_ GenAI Course for Software Engineers (March 2026).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Capaciti Practical AI Programme.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National Senior Certificate Diploma Pass (Science &amp; Mathematics stream).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Active community leadership and volunteer track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Modern Hiring Challenge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Why Traditional Resumes Fall Short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Static Paper/PDF resumes cannot demonstrate real-time technical capabilities or interactive software builds.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Recruiters and tech companies seek tangible proof of work, live projects, and hands-on GenAI execution.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Candidates need an accessible, professional digital home that showcases both technical depth and business acumen.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Core Deliverables Achieved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Build an industry-grade portfolio website with dedicated pages for skills, certifications, projects, and CV.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Showcase real-world AI applications through La Smarts Automation (live production agency).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Provide an integrated, printable CV view accessible directly in the browser.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Establish frictionless contact channels (email, phone, direct messaging).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&amp; UI/UX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Clean, High-Performance Web Stack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HTML5 &amp; Semantic Web Structure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Modular CSS3 with Custom Properties (Variables)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Vanilla JavaScript (Lightweight, zero bloat)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CSS Grid &amp; Flexbox layouts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Particle animation canvas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Fully responsive across mobile, tablet, and desktop.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&amp; Automation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La Smarts Automation Stack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n8n Workflow Orchestration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Large Language Models (OpenAI GPT)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Webhook &amp; REST API integrations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Conversational chat widgets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WhatsApp Business API connectors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AI Voice synthesis &amp; booking workflows.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Hosting &amp; Infrastructure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Deployment &amp; Performance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Production deployment on custom domains (lasmarts.com)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Cloudflare CDN &amp; edge security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GitHub Pages / Netlify static hosting ready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Cross-browser compatible (Chrome, Edge, Safari, Firefox)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Print-optimized CV styling.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Portfolio Architecture &amp; Page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Home (index.html)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Hero &amp; Value Prop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Introduction, dynamic typewriter animation, CTA buttons, and quick-link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103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About (about.html)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Profile &amp; Impact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Detailed professional biography, stats, location details, and volunteer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Skills (skills.html)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Core &amp; Technical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Core competencies, animated skill meters, language proficiencies, and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2103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Academic Milestones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Capaciti AI, WeThinkCode_ GenAI, and Matric Science Diploma Pass breakdown.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2468880" cy="201168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Certifications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Verified Badges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WeThinkCode_ GenAI Engineer and Google AI credential showcases.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023360"/>
            <a:ext cx="2468880" cy="201168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Agency Showcase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La Smarts Automation full case study, live links, and future RAG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2468880" cy="201168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CV / Resume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Print &amp; View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Interactive paper-styled resume with direct one-click Print / Save as PDF.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023360"/>
            <a:ext cx="2468880" cy="201168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Contact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Frictionless Comms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Click-to-call phone, email links, interactive inquiry form, and 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FLAGSHIP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La Smarts Automation (lasmarts.com)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Agency Mission &amp; Offerings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Live URL: https://lasmarts.com/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Founded to empower businesses with cutting-edge AI automation solutions.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24/7 Website Chatbots: Proactive lead capture and instant customer query resolution.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WhatsApp Automation: End-to-end sales funnels with 98% message open rates.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AI Voice Agents: Natural-sounding conversational voice for booking appointments.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AI Ad Creation: High-converting creative assets for Meta, TikTok, and Google.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Impact &amp; ROI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Proven Performance Metrics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3x Higher Conversion Rates: Capturing late-night leads automatically.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70% Support Cost Reduction: Repetitive inquiries handled autonomously.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Zero Wait Time: Immediate responses that elevate customer satisfaction.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Seamless Integration: Powered by webhook architectures, n8n, and custom widgets.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COMPETENCIES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Core Skills &amp; Professional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Technical &amp; AI Expertise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Practical Engineering Capabilities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Generative AI for Software Engineering (92%)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Chatbot &amp; Voice Agent Development (90%)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AI Prompt Engineering &amp; LLM Tuning (88%)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Workflow Automation (n8n, Webhooks, APIs) (85%)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Python Programming &amp; Data Science Basics (80%)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Mathematics &amp; Physical Science Foundation (85%)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Professional Skills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From Official Curriculum Vitae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Communication &amp; Interpersonal: Proven community and client engagement.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Methodical Problem Solving: Practical, results-oriented solutions.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Time Management &amp; Organisation: Reliable independent execution.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Teamwork &amp; Adaptability: Coordinated volunteering and fast learning.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Languages: English (Proficient), IsiZulu (Home Language).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UI/UX &amp; Visual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Visual Language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Modern Dark Aesthetic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Deep Space Navy Backgrounds (#050B18, #0A1628)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Electric Blue (#4F8EF7) &amp; Violet (#A855F7) Accents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Subtle glowing borders and depth layering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Typography: Inter &amp; Fira Code for clean tech aesthetic.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Motion &amp; Interactivity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Engaging User Interactions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Ambient floating particle system in background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Dynamic typewriter cycling key specializations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Scroll-triggered reveal animations via IntersectionObserver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Animated progress bars on skills viewport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Accessibility &amp; Responsive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Mobile-First Engineering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Responsive collapsible navigation with hamburger menu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High-contrast accessible text hierarchy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Print media query for one-click PDF resume export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Direct click-to-call &amp; click-to-email action buttons.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Technical 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Challenges Encountered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Obstacles Addressed During Development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Challenge 1: Ensuring multi-page consistency across 8 separate HTML files without code duplication frameworks.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Challenge 2: Handling session-locked Gmail attachments for CV sharing to ensure universal employer access.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Challenge 3: Balancing rich animations with high rendering speed and mobile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Solutions Implemented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Robust Engineering Approaches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Solution 1: Developed automated Python generation scripts with shared header/footer components for zero-drift maintenance.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Solution 2: Built an in-browser digital CV paper view with CSS print optimization for instant employer access.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Solution 3: Utilized lightweight vanilla JavaScript and GPU-accelerated CSS transforms for smooth 60fps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Roadmap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Knowledge Base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RAG AI Assistant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Embed a custom RAG (Retrieval-Augmented Generation) assistant trained on Teboho's portfolio &amp; projects.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Enable recruiters to chat interactively with the portfolio to query skills and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Agency Scaling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La Smarts Expansion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Expand AI voice agent capabilities to support multi-language local dialling.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Implement CRM integrations for automatic lead scoring and automated quote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Deployment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Continuous Integration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Connect portfolio to GitHub Pages / custom domain.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Setup automated CI/CD deployment pipelines.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Integrate web analytics to track recruiter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8EF7"/>
                </a:solidFill>
                <a:latin typeface="Consolas"/>
              </a:defRPr>
            </a:pPr>
            <a:r>
              <a:t>//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 &amp; Contact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822960" cy="36576"/>
          </a:xfrm>
          <a:prstGeom prst="rect">
            <a:avLst/>
          </a:prstGeom>
          <a:solidFill>
            <a:srgbClr val="4F8EF7"/>
          </a:solidFill>
          <a:ln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Ready for Professional Roles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Complete digital presence combining certified AI credentials with real-world agency execution.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Proven foundation in Generative AI, prompt engineering, and workflow automation.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Proactive, ambitious mindset with immediate availability for internship, junior, or learnership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E35"/>
          </a:solidFill>
          <a:ln w="12700">
            <a:solidFill>
              <a:srgbClr val="4F8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Let's Connect</a:t>
            </a:r>
          </a:p>
          <a:p>
            <a:pPr>
              <a:spcAft>
                <a:spcPts val="600"/>
              </a:spcAft>
              <a:defRPr sz="1200" b="1">
                <a:solidFill>
                  <a:srgbClr val="4F8EF7"/>
                </a:solidFill>
                <a:latin typeface="Calibri"/>
              </a:defRPr>
            </a:pPr>
            <a:r>
              <a:t>Teboho Siyabonga Motloung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Phone: +27 69 184 1723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Email: Tsmotlung@gmail.com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Agency Website: https://lasmarts.com/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GitHub: https://github.com/TSMotloung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• Location: 3274 Hlatywayo St, Orlando, Soweto, Johannesburg</a:t>
            </a:r>
          </a:p>
          <a:p>
            <a:pPr>
              <a:spcAft>
                <a:spcPts val="400"/>
              </a:spcAft>
              <a:defRPr sz="1250">
                <a:solidFill>
                  <a:srgbClr val="94A3B8"/>
                </a:solidFill>
                <a:latin typeface="Calibri"/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